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SemiBold" panose="000007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790319-6B38-4232-B7B5-E2AF8103CA30}">
  <a:tblStyle styleId="{D6790319-6B38-4232-B7B5-E2AF8103CA3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" y="2044154"/>
            <a:ext cx="952500" cy="76200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7182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Virtual Internship Project 1: Rule-Based Chatbot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6137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Student Name: Muhammad Salman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Internship Program: </a:t>
            </a:r>
            <a:r>
              <a:rPr lang="en-US" sz="1500" b="0" i="0" u="none" strike="noStrike" cap="none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DecodeLabs Internship (Week 1)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406104"/>
            <a:ext cx="116014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AI CHATBOT SYSTEM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9387"/>
            <a:ext cx="52387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19387"/>
            <a:ext cx="523875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52500" y="3643312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develop a robust, rule-based AI assistant capable of simulating human-like interaction through keyword-matching and logical conditional branching.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62750" y="3643312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 real-time user data handling, execute Python-based logic for responses, and ensure a seamless conversational experience for the user.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Mission &amp; Objectives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100387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 Mission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62750" y="3100387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Core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57450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57450"/>
            <a:ext cx="3492549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866775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core language utilized for its simplicity and powerful string handling capabilities.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45074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Used to fetch and display current system date and time for utility-based queries.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23374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comprehensive If-Elif-Else architecture designed for precise keyword recognition.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7675" y="28003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8003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4274" y="28003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Technology Stack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94225" y="34861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Python 3.x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572524" y="34861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Datetime Library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50824" y="34861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Rule Logic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000125" y="21669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User Greetings: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Intelligent responses to various standard greetings like 'Hi', 'Hello', or 'Hey'.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00125" y="301466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Memory Simulation: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Ability to store and repeat user-provided info like Name, Age, and Hobbies.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000125" y="386238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Entertainment: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Built-in joke generation and funny responses to keep the user engaged.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050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52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9004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Interactive Key Features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31480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chatbot operates on a sequential logic path. It normalizes user input to lowercase to prevent case-sensitivity issues, ensuring 100% keyword match accuracy.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42052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using string replacement methods, the bot extracts user variables (like Name or Age) directly from conversational sentences.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57150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Logic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2605087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Logical Branching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1000125" y="2905125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 Reception: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Bot listens for user text via the input() function within a continuous loop.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1000125" y="3457575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Normalization: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Input is converted to lowercase for consistent comparison against the rule-base.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000125" y="400050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Keyword Mapping: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system scans the input for predefined substrings (e.g., "time", "joke", "name").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000125" y="4543425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Dynamic Response: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Bot provides either a static response or processes data (like time) to return dynamic content.</a:t>
            </a:r>
            <a:endParaRPr/>
          </a:p>
        </p:txBody>
      </p:sp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32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95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38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815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Conversation Flow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8925"/>
            <a:ext cx="52387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2375" y="1747837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771525" y="3028950"/>
            <a:ext cx="4838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DecodeBot AI Terminal - v1.0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771525" y="3248025"/>
            <a:ext cx="483870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771525" y="3400425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Bot: Hello! How can I help you today?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771525" y="3571875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You: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 my name is Salman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771525" y="3743325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Bot: Nice to meet you Salman!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771525" y="3914775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You: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 tell me a joke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71525" y="4086225"/>
            <a:ext cx="4838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Bot: Why did the computer go to school? Because it wanted to become smarter CPU 😆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771525" y="4448175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You: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 bye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71525" y="4619625"/>
            <a:ext cx="4838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Bot: Goodbye! Take care 😊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381750" y="53387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console output demonstrates the script's ability to handle exit commands and personalization accurately.</a:t>
            </a:r>
            <a:endParaRPr/>
          </a:p>
        </p:txBody>
      </p:sp>
      <p:pic>
        <p:nvPicPr>
          <p:cNvPr id="195" name="Google Shape;19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72375" y="1747837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Live Terminal Output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250781" y="479583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Stable Script Execution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" name="Google Shape;204;p22"/>
          <p:cNvGraphicFramePr/>
          <p:nvPr/>
        </p:nvGraphicFramePr>
        <p:xfrm>
          <a:off x="571500" y="2371725"/>
          <a:ext cx="11049000" cy="3286075"/>
        </p:xfrm>
        <a:graphic>
          <a:graphicData uri="http://schemas.openxmlformats.org/drawingml/2006/table">
            <a:tbl>
              <a:tblPr firstRow="1" bandRow="1">
                <a:noFill/>
                <a:tableStyleId>{D6790319-6B38-4232-B7B5-E2AF8103CA30}</a:tableStyleId>
              </a:tblPr>
              <a:tblGrid>
                <a:gridCol w="281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User Keyword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Bot Response 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Dynamic Value Used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 / hello / hey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Greeting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None (Static)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my name is 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Identity Storage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Variable: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 / 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 Utility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datetime.now()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joke / funny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Entertainment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None (Static)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bye / exit / quit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Termination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Exit Script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5" name="Google Shape;205;p22"/>
          <p:cNvSpPr/>
          <p:nvPr/>
        </p:nvSpPr>
        <p:spPr>
          <a:xfrm>
            <a:off x="571500" y="3509962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383309" y="3509962"/>
            <a:ext cx="4343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7727156" y="3509962"/>
            <a:ext cx="389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71500" y="4043362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383309" y="4043362"/>
            <a:ext cx="4343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727156" y="4043362"/>
            <a:ext cx="389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71500" y="4576762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383309" y="4576762"/>
            <a:ext cx="4343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7727156" y="4576762"/>
            <a:ext cx="389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71500" y="5110162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383309" y="5110162"/>
            <a:ext cx="4343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7727156" y="5110162"/>
            <a:ext cx="389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5643562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383309" y="5643562"/>
            <a:ext cx="4343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727156" y="5643562"/>
            <a:ext cx="389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Logic Keyword Dictionary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571500" y="377666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1672530" y="3443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611BF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435768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Project Setup &amp; Logic Planning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4545210" y="3443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611BF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3444180" y="435768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 Scripting &amp; Feature Integration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7417891" y="3443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611BF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6316860" y="435768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Error Handling &amp; Logic Optimization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10290571" y="3443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611BF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9189541" y="435768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Final Testing &amp; Documentation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 Lifecycle (Week 1)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611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10733" y="38147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Day 1-2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3383413" y="38147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Day 3-4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256094" y="38147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Day 5-6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128774" y="38147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Day 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762000" y="2989957"/>
            <a:ext cx="55054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0A5FA"/>
                </a:solidFill>
                <a:latin typeface="Lato"/>
                <a:ea typeface="Lato"/>
                <a:cs typeface="Lato"/>
                <a:sym typeface="Lato"/>
              </a:rPr>
              <a:t>DecodeLabs Virtual Internship | Project 1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762000" y="3953767"/>
            <a:ext cx="5505450" cy="30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Presenter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Muhammad Salman</a:t>
            </a:r>
            <a:endParaRPr dirty="0"/>
          </a:p>
        </p:txBody>
      </p:sp>
      <p:sp>
        <p:nvSpPr>
          <p:cNvPr id="250" name="Google Shape;250;p24"/>
          <p:cNvSpPr txBox="1"/>
          <p:nvPr/>
        </p:nvSpPr>
        <p:spPr>
          <a:xfrm>
            <a:off x="762000" y="2151757"/>
            <a:ext cx="578072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Lato</vt:lpstr>
      <vt:lpstr>Arial</vt:lpstr>
      <vt:lpstr>Poppins SemiBold</vt:lpstr>
      <vt:lpstr>Calibri</vt:lpstr>
      <vt:lpstr>Poppins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Salman</cp:lastModifiedBy>
  <cp:revision>3</cp:revision>
  <dcterms:modified xsi:type="dcterms:W3CDTF">2026-06-27T06:31:03Z</dcterms:modified>
</cp:coreProperties>
</file>